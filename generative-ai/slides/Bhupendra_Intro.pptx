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9DBBDC2-727F-4968-BB6A-E776B89BC1EE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Keep it ~30 seconds. Lead with what lands: ex-Amazon engineer, now building AI products (CTO-level experience), and I teach this for a living. The rest only if they ask.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491DAD-5ECA-44F7-AD69-850D672B53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48640" y="6858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Bhupendra Dahal</a:t>
            </a:r>
            <a:endParaRPr lang="en-IN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48640" y="155448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18+ years building software  ·  GenAI engineer, builder &amp; trainer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548640" y="2331720"/>
            <a:ext cx="5394600" cy="1599840"/>
          </a:xfrm>
          <a:prstGeom prst="roundRect">
            <a:avLst>
              <a:gd name="adj" fmla="val 5714"/>
            </a:avLst>
          </a:prstGeom>
          <a:solidFill>
            <a:srgbClr val="EEF0FF"/>
          </a:solidFill>
          <a:ln w="12700">
            <a:solidFill>
              <a:srgbClr val="6366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868680" y="253296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Now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868680" y="2971800"/>
            <a:ext cx="47545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Founder @ Kidjig (AI platforms)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AI Consultant @ Poorit Technologies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6172200" y="2331720"/>
            <a:ext cx="5394600" cy="159984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492240" y="253296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Before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6492240" y="2971800"/>
            <a:ext cx="47545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CTO @ Vikashan Technologies (UAE)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Software Engineer @ Amazon (USA)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548640" y="4114800"/>
            <a:ext cx="5394600" cy="1599840"/>
          </a:xfrm>
          <a:prstGeom prst="roundRect">
            <a:avLst>
              <a:gd name="adj" fmla="val 5714"/>
            </a:avLst>
          </a:prstGeom>
          <a:solidFill>
            <a:srgbClr val="EEF0FF"/>
          </a:solidFill>
          <a:ln w="12700">
            <a:solidFill>
              <a:srgbClr val="6366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868680" y="431604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Builds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868680" y="4754880"/>
            <a:ext cx="47545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AI products in production — API &amp;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workflow platforms, a Legal-RAG system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172200" y="4114800"/>
            <a:ext cx="5394600" cy="159984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6492240" y="431604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Teaches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6492240" y="4754880"/>
            <a:ext cx="47545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Hands-on GenAI — RAG, AI agents, MCP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— at universities &amp; companies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548640" y="61264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b="1" dirty="0">
                <a:solidFill>
                  <a:srgbClr val="6366F1"/>
                </a:solidFill>
                <a:ea typeface="Calibri"/>
              </a:rPr>
              <a:t>https://</a:t>
            </a:r>
            <a:r>
              <a:rPr lang="en-US" sz="1400" b="1" dirty="0" err="1">
                <a:solidFill>
                  <a:srgbClr val="6366F1"/>
                </a:solidFill>
                <a:ea typeface="Calibri"/>
              </a:rPr>
              <a:t>www.linkedin.com</a:t>
            </a:r>
            <a:r>
              <a:rPr lang="en-US" sz="1400" b="1" dirty="0">
                <a:solidFill>
                  <a:srgbClr val="6366F1"/>
                </a:solidFill>
                <a:ea typeface="Calibri"/>
              </a:rPr>
              <a:t>/in/bhupendra-dahal-7527041a/</a:t>
            </a:r>
            <a:endParaRPr lang="en-IN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121</Words>
  <Application>Microsoft Macintosh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Bhupendra Dahal</dc:title>
  <dc:subject>PptxGenJS Presentation</dc:subject>
  <dc:creator>PptxGenJS</dc:creator>
  <dc:description/>
  <cp:lastModifiedBy>Bhupendra Dahal</cp:lastModifiedBy>
  <cp:revision>2</cp:revision>
  <dcterms:created xsi:type="dcterms:W3CDTF">2026-07-27T00:45:10Z</dcterms:created>
  <dcterms:modified xsi:type="dcterms:W3CDTF">2026-07-27T01:03:45Z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On-screen Show (16:9)</vt:lpwstr>
  </property>
  <property fmtid="{D5CDD505-2E9C-101B-9397-08002B2CF9AE}" pid="4" name="Slides">
    <vt:r8>1</vt:r8>
  </property>
</Properties>
</file>